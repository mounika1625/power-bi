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3205-142B-0BF9-933C-7DC9A0F04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17A9D-6B46-10F1-9B9F-04B0547EF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909F7-226C-EB1F-F45E-F4B50F0E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B5A87-21B3-CAF9-8C42-0D0EC072C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06C2E-9F42-48EA-45F3-9C6C17AC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28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587A-5D65-889B-F6DD-51AC1A9B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DD316-3DC2-C982-CED4-A06120292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005A5-C9CC-D908-F029-FBA933836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9DBAA-1BC4-0B45-277A-A47C85F0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EF2A6-B947-DB18-A260-903583F55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55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1B6A-7E97-C607-9E05-58997B141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4F20B-18FC-6123-F8FD-5B9FF5388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BDC0E-9DE0-D13D-253A-9E3858D67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F5843-A5D0-06CD-41ED-C1B2603D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AE278-7358-568A-4764-15A4A5E2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28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14E1-8004-44BE-8578-60B3B63B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6A47D-1D02-58A9-D085-9BD1BBAB3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18FE4-F148-24A4-C474-33A52D02F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604ED-FC9C-9270-9B0B-06F29746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79E9A-8FF8-7983-2BE0-C2E76340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88D20-6A28-3E27-9C93-14478D47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93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FA39-8CEE-3010-12E2-F0B118C4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D0733-9708-2951-18A5-0E24CDAF9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1DA0E-C7B3-9D15-981E-42BDA5769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9139C-06D3-E274-3A15-9B5E04729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2FBD5-B5C4-1594-0F4C-6336F03B3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DFA31A-6638-CC0C-64AB-EEFFACF3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7F48FD-F278-D17E-431C-C787BD51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65FE8-1444-86B5-8395-B85A2E8D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0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5299-A5CE-AA6D-D681-ECE7D9B4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F479D-2406-5BC7-648C-DB90366D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FB52E-1510-008C-CE71-DD4BA3A8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E5614-46D5-2610-13E1-A6FFDA83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109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F3415-B8EA-4B15-4457-557CA316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E5FFF-E189-E17B-AF3B-80BEBC1A9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27055-113D-9329-17AF-498F9495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50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4281-0687-9284-35B7-E4595899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6B1BD-04A8-C64D-458D-19CBC6E4C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10AA6-9DA9-3E85-D73F-A522F98AD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FE60E-578F-4B7F-AA42-39D7BAFF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29B6D-B045-3499-2327-47ADDD0D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EBD48-D314-3327-6651-A5EAA7B6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83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22524-6190-602F-852E-F5E869AA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607E37-5A88-43F0-76B4-F2D39EE3B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ED767-6AB0-6BA0-D318-B672E0C19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70C5E-7D6E-DE8F-2E3C-F349B1F7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847FC-1B17-787E-1127-96AAB31C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758F7-0C60-50AA-D3A1-009BCB83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27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C2DE-DE13-6E48-468A-31530F75E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310D8-44F6-B45D-B106-7ED95DFA0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ABEE8-6CD9-AD3D-6F09-31263B09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0AC19-AD84-4EAA-A43C-F66EE4FB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8E161-8852-04EE-EF79-F6B6AFE7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4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24622B-F335-D28D-F745-8F57E90B5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8D736-39AC-D434-31FB-9E9B8C853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736A3-039F-94F0-E60F-8A740BEE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B0231-61F4-F85D-D82F-C59E571A5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9ED2E-E47B-54C5-C20C-BD880641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4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812DC-7B2A-33CD-8FEF-B108EFFD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56EF0-B528-8C3B-86D9-43AC3CA60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248D3-B83C-6513-4351-98A31527D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0E7D3-98C4-415C-A6BF-A730A8094388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BE8FD-DD97-BFFB-F6E4-D8559951D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544DE-22A2-82C5-2AD7-F903DBC1B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29A9A-A9CF-41F1-8839-72A16E9C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1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E86B-8FB5-D16C-2F2E-B1C3E5EA4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018" y="344129"/>
            <a:ext cx="9979743" cy="2054942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50800" dir="5400000" algn="ctr" rotWithShape="0">
              <a:schemeClr val="accent2">
                <a:lumMod val="20000"/>
                <a:lumOff val="80000"/>
              </a:schemeClr>
            </a:outerShdw>
          </a:effectLst>
          <a:scene3d>
            <a:camera prst="perspectiveBelow"/>
            <a:lightRig rig="threePt" dir="t"/>
          </a:scene3d>
        </p:spPr>
        <p:txBody>
          <a:bodyPr>
            <a:normAutofit fontScale="90000"/>
          </a:bodyPr>
          <a:lstStyle/>
          <a:p>
            <a:br>
              <a:rPr lang="en-IN" altLang="en-US" dirty="0"/>
            </a:br>
            <a:r>
              <a:rPr lang="en-IN" altLang="en-US" dirty="0"/>
              <a:t>        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IPL ANALYSIS DASHBOARD</a:t>
            </a:r>
            <a:b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(2008-2025)</a:t>
            </a:r>
            <a:b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4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14D2C-A8F4-558C-6452-B310F92CC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99121" y="4975123"/>
            <a:ext cx="3342640" cy="1019277"/>
          </a:xfrm>
        </p:spPr>
        <p:txBody>
          <a:bodyPr>
            <a:normAutofit fontScale="92500"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MOUNIKA MARADAPU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84CFE5-F07A-1500-3677-2726B65D2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656" y="737778"/>
            <a:ext cx="1843971" cy="12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42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429A-D871-36BF-2BEF-A2B371E69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477"/>
            <a:ext cx="9144000" cy="1071717"/>
          </a:xfr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3F376-1464-572B-B4D0-F70AD7E8E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7961" y="1757680"/>
            <a:ext cx="9055509" cy="389586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Analyse IPL performance across 18 seasons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Identify best teams &amp; players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Study match, toss and venue impact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 decision-making for teams, analysts &amp; fans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goal is to convert raw IPL data into meaningful cricket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347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3C2F1-0413-1BCB-712A-67065DF1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E7B6-572C-5BAB-F6AA-808F023E7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477"/>
            <a:ext cx="9144000" cy="1071717"/>
          </a:xfr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41BAE2-E44B-34FC-430B-A781EC8327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08480" y="1654549"/>
            <a:ext cx="751545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Match data (season, teams, venue, winner)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Player performance (runs, wickets, 4s, 6s)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Ball-by-ball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Team standings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is structured so that we can filter by season, team, player and venue.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SOCIAL MEDIA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IPL Accounts: using Buttons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 clicking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“Ctrl+” to navigate IPL  pages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49360A-F2AD-54D9-99A0-A5AF04822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311" y="1764854"/>
            <a:ext cx="1590897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30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DC7BD-5185-D05E-FE64-FB343D8AE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729B-03B1-C542-86D6-7F19F82AC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254"/>
            <a:ext cx="9104671" cy="842308"/>
          </a:xfr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BF583B-8967-4381-9BB3-D9181B28CB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83225" y="4057039"/>
            <a:ext cx="11046215" cy="251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 = Season summary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Middle = Player awards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Right = Points table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Filters on top right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a single-page interactive dashboard showing the complete IPL season</a:t>
            </a:r>
          </a:p>
          <a:p>
            <a:pPr lvl="7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99476-60DF-0C6E-B50F-180155FC4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89" y="1088324"/>
            <a:ext cx="6552917" cy="280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9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B865-4C92-8522-19AB-CA8E0757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99440"/>
            <a:ext cx="10515600" cy="802640"/>
          </a:xfr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73B8D-7B84-0390-BB85-8EDA5DD47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320" y="5476568"/>
            <a:ext cx="11470640" cy="613082"/>
          </a:xfrm>
        </p:spPr>
        <p:txBody>
          <a:bodyPr>
            <a:normAutofit fontScale="92500"/>
          </a:bodyPr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KPIs give a high-level overview of how competitive and high-scoring the season was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AD735C-21D3-A24A-D3CA-D28E975BF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99998"/>
              </p:ext>
            </p:extLst>
          </p:nvPr>
        </p:nvGraphicFramePr>
        <p:xfrm>
          <a:off x="825910" y="1779640"/>
          <a:ext cx="10534240" cy="3392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6295">
                  <a:extLst>
                    <a:ext uri="{9D8B030D-6E8A-4147-A177-3AD203B41FA5}">
                      <a16:colId xmlns:a16="http://schemas.microsoft.com/office/drawing/2014/main" val="2688588677"/>
                    </a:ext>
                  </a:extLst>
                </a:gridCol>
                <a:gridCol w="5247945">
                  <a:extLst>
                    <a:ext uri="{9D8B030D-6E8A-4147-A177-3AD203B41FA5}">
                      <a16:colId xmlns:a16="http://schemas.microsoft.com/office/drawing/2014/main" val="3107030260"/>
                    </a:ext>
                  </a:extLst>
                </a:gridCol>
              </a:tblGrid>
              <a:tr h="5616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769830"/>
                  </a:ext>
                </a:extLst>
              </a:tr>
              <a:tr h="566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Matches played in the selected season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71723"/>
                  </a:ext>
                </a:extLst>
              </a:tr>
              <a:tr h="566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Teams participated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42511"/>
                  </a:ext>
                </a:extLst>
              </a:tr>
              <a:tr h="566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4s, 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Batting aggressiveness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181198"/>
                  </a:ext>
                </a:extLst>
              </a:tr>
              <a:tr h="566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Centuries, Half-Centuries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Batting dominance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16923"/>
                  </a:ext>
                </a:extLst>
              </a:tr>
              <a:tr h="566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Venues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Grounds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627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09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1234-CA6D-C028-D3F2-C76AB0180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162560"/>
            <a:ext cx="4827639" cy="812801"/>
          </a:xfr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Autofit/>
          </a:bodyPr>
          <a:lstStyle/>
          <a:p>
            <a:pPr algn="ctr"/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537E1-0C74-1CBC-D420-B96C4F958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5806" y="1130709"/>
            <a:ext cx="4827639" cy="547656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Season Winner vs Runner-up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Winner(logo)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Runner-up(logo)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section highlights the outcome of the season</a:t>
            </a:r>
          </a:p>
          <a:p>
            <a:pPr>
              <a:lnSpc>
                <a:spcPct val="10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Orange Cap (Top Batsman)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From dashboard: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Player name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No.of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Runs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Orange Cap is awarded to the highest run scorer. This identifies the most impactful batsman of the season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Purple Cap (Top Bowler)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Player name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No.of Wickets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Purple Cap identifies the best wicket-taking bowler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7FBE30-EDCA-C4FF-F3AA-A4584B240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794" y="1130709"/>
            <a:ext cx="6669400" cy="8478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2A4F69-4A4F-2CE2-587D-794580F6F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658" y="2270375"/>
            <a:ext cx="2419688" cy="19397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43E8EA-86F2-8650-2DBE-FF70F35EEE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658" y="4501957"/>
            <a:ext cx="2419688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56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087F-6239-6689-1063-4C0E5AB7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60" y="132080"/>
            <a:ext cx="7355840" cy="904240"/>
          </a:xfr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Autofit/>
          </a:bodyPr>
          <a:lstStyle/>
          <a:p>
            <a:pPr algn="ctr"/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BOUNDARY HITTERS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0F2FEC-BB07-FA8C-1E32-4160CEB49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577" y="1178560"/>
            <a:ext cx="2505425" cy="198119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72B77-7C24-6B60-8101-C988554C5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40560" y="1320800"/>
            <a:ext cx="3251200" cy="391160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Total Fours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Player name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No.of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fours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Player picture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Total Sixes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Player name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No.of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sixes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Player picture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CAEDD-507F-86FF-345B-1B410CBCF63A}"/>
              </a:ext>
            </a:extLst>
          </p:cNvPr>
          <p:cNvSpPr txBox="1"/>
          <p:nvPr/>
        </p:nvSpPr>
        <p:spPr>
          <a:xfrm>
            <a:off x="1442720" y="5374640"/>
            <a:ext cx="773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visuals highlight the most aggressive and attacking batsmen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F55A09-287D-F44C-A7EE-6FF4A90BC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287" y="3301992"/>
            <a:ext cx="2534004" cy="184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39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0995-D395-169C-8722-AEE01FB5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75590"/>
            <a:ext cx="4958080" cy="862330"/>
          </a:xfr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F6F40-9871-6203-7635-44E573EF4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78400"/>
            <a:ext cx="10515600" cy="111125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Teams with the highest points qualify for playoffs. Team1 &amp; Team2 lead with some points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0A7BFD-74A1-9024-DF9F-5291C42E9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672928"/>
              </p:ext>
            </p:extLst>
          </p:nvPr>
        </p:nvGraphicFramePr>
        <p:xfrm>
          <a:off x="1005840" y="1498599"/>
          <a:ext cx="5242560" cy="3242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1519994945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909700509"/>
                    </a:ext>
                  </a:extLst>
                </a:gridCol>
              </a:tblGrid>
              <a:tr h="6485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654160"/>
                  </a:ext>
                </a:extLst>
              </a:tr>
              <a:tr h="648548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Matches played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918238"/>
                  </a:ext>
                </a:extLst>
              </a:tr>
              <a:tr h="648548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Won / 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120964"/>
                  </a:ext>
                </a:extLst>
              </a:tr>
              <a:tr h="648548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29535"/>
                  </a:ext>
                </a:extLst>
              </a:tr>
              <a:tr h="648548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Qualification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51932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7247908-E904-F656-3534-E957BA229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119" y="1498600"/>
            <a:ext cx="4619041" cy="324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5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9845-36FC-1DE5-5719-6E05B9B69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08001"/>
            <a:ext cx="10515600" cy="883919"/>
          </a:xfrm>
          <a:solidFill>
            <a:schemeClr val="accent2">
              <a:lumMod val="20000"/>
              <a:lumOff val="80000"/>
            </a:schemeClr>
          </a:solidFill>
          <a:effectLst>
            <a:outerShdw blurRad="50800" dist="50800" dir="5400000" algn="ctr" rotWithShape="0">
              <a:schemeClr val="accent2">
                <a:lumMod val="20000"/>
                <a:lumOff val="80000"/>
              </a:schemeClr>
            </a:out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035E0-A3AA-DB62-5277-B6F12A298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7040" y="1879600"/>
            <a:ext cx="9752330" cy="42811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Team dominates individual awards in each season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Team1 &amp; Team2 Strongest/Weakest teams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 the team is strong in which stream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Balanced competition or not (close points)</a:t>
            </a:r>
          </a:p>
        </p:txBody>
      </p:sp>
    </p:spTree>
    <p:extLst>
      <p:ext uri="{BB962C8B-B14F-4D97-AF65-F5344CB8AC3E}">
        <p14:creationId xmlns:p14="http://schemas.microsoft.com/office/powerpoint/2010/main" val="3696483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703B3-D250-2B04-65B6-ACEEB71E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3755"/>
          </a:xfr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&amp; Technology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C42629-3643-03E1-5721-24CD6B8153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3680" y="2007490"/>
            <a:ext cx="30886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/ CSV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modelling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F503AB-EC92-D083-2886-6CDD6C71D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321" y="1520004"/>
            <a:ext cx="7022792" cy="428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49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A3E8-BAFF-A6F1-B2B7-C03E637E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5995"/>
          </a:xfrm>
          <a:solidFill>
            <a:schemeClr val="accent2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prst="convex"/>
          </a:sp3d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14A8-66E0-0E1C-E354-5322EA0D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2720" y="1971040"/>
            <a:ext cx="9911080" cy="192024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Dashboard gives season-wise IPL insights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teams, analysts and fans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Enables performance comparison &amp; trends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74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DC34EA-DE70-E13A-8314-E06B9080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400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         IPL ANALYSIS DASHBOARD         (2008-2025) </vt:lpstr>
      <vt:lpstr>PROJECT OBJECTIVE</vt:lpstr>
      <vt:lpstr>DATA SOURCES</vt:lpstr>
      <vt:lpstr>DASHBOARD OVERVIEW</vt:lpstr>
      <vt:lpstr>SEASON SUMMARY</vt:lpstr>
      <vt:lpstr>FEATURES</vt:lpstr>
      <vt:lpstr>BOUNDARY HITTERS</vt:lpstr>
      <vt:lpstr>POINTS TABLE</vt:lpstr>
      <vt:lpstr>BUSINESS INSIGHTS</vt:lpstr>
      <vt:lpstr>Tools &amp; Technology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Maradapu Mounika</dc:creator>
  <cp:lastModifiedBy>Maradapu Mounika</cp:lastModifiedBy>
  <cp:revision>1</cp:revision>
  <dcterms:created xsi:type="dcterms:W3CDTF">2026-01-03T17:00:56Z</dcterms:created>
  <dcterms:modified xsi:type="dcterms:W3CDTF">2026-01-03T19:00:27Z</dcterms:modified>
</cp:coreProperties>
</file>